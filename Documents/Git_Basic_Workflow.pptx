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6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71" r:id="rId14"/>
    <p:sldId id="274" r:id="rId15"/>
    <p:sldId id="272" r:id="rId16"/>
    <p:sldId id="273" r:id="rId17"/>
    <p:sldId id="275" r:id="rId18"/>
    <p:sldId id="276" r:id="rId19"/>
    <p:sldId id="277" r:id="rId20"/>
    <p:sldId id="25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5F99A-D915-4B95-99AE-623FEB83C25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D4DE2-A3C7-4C90-9ABB-BFB135A6E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9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89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3DBE7-3792-E7BB-40BA-7BFB161C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73A84-3FD8-19B4-DEA8-77F014662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9DDA6-85F1-3F44-C6D9-21E697BF4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C3000-6CBF-35D3-76AA-AA5C644DE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03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C673D-6915-79AE-E423-7C01C5A6E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EC348F-601F-ECC4-DB3E-F4BB00F9F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E74EB-C787-D832-76BB-731B599B3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B01C4-470D-32D2-0BDA-D115DBC17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75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F494-B1F2-555A-2ADD-49E313C1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F784D-DC34-2F2F-4814-15E1C2D6D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C1CE9-84C8-3CE6-30AB-8C4F22355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38ADC-EAB9-244D-E7A8-98D638A32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85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CD704-1366-27E3-778F-D26946596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DC00D-0F9E-B9FC-190B-5F82696C9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3FA66-BA98-4D1C-2647-ED9712E5C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E08F3-C14C-DF7B-AAF1-0CE65A55E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10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9C49A-5EF9-087A-9391-8D8352999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5BCC2-BE41-444C-BCC0-B98272CBF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B6CE1-6FDD-789B-39D7-382F02237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C91CD-F09A-8927-BBAC-70BDB8D01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18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155D-73BB-193E-7864-9023595D1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4692C-DAE8-E46D-4793-E12C7547D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554DC-320B-614E-7FE2-50DA32CB1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EA7A8-1423-32F3-F601-50BAEFBBE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42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E762-DB86-E79A-9B56-327A13D2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98A19-960B-62A8-AFE0-ABE18AE70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4B117-D086-63A4-087A-5AF0E2947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2F2B4-85FC-2AE4-ED2F-4F414D18F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18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02E7-F2F2-867B-779D-BF4A72995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D91D6-F68E-610A-D547-D19EB0113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E5A4C-595C-7BF8-DD0F-BDE154550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A2A05-A5EE-15CA-B5C3-8E80216C7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11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54C66-4454-5296-986B-0E16B91D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C20D4-B787-BBFB-883B-940377B98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F781A-50FF-4ED8-5B66-9A0DB3EFF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C133D-B981-E669-C2D5-F34A54FA7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60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60816-5A80-9370-FDED-8B4A2E79C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B48AA-075F-57EB-D531-7661972BB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C5EDB-2F36-E385-BC73-33998A534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33EB3-54A5-F285-1860-9CEEB52E9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70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972BE-81D2-B5EC-BE19-C5A026180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62E99-6050-0FE5-FBB4-A1736AB14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C4A3C-6992-A8D3-9CF4-250A744A6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D5B80-5200-E831-D5C0-9183D3DC2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66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F77D5-B023-6F99-17C0-D4670494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9CE08-2225-9E7B-DD58-54BC12BD5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B776E-79F6-ED37-D75E-79DFAB608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89F1A-1127-5311-CA33-49FDFE721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09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5E2F4-B9C8-F61D-AD12-AC892936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275EC-08C5-D8EF-12A4-5E6FEF8D5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5748D-6F8B-3E17-2B95-06943B45E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CA50D-0EED-7634-8433-44CB65D45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8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20D17-970E-CF6A-00FF-2878627D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A76CC-A7E0-8FBD-FC49-0A0A7DFAE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0216F-FE1A-53E3-BCE7-699F97839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435B-22AE-B810-91E4-FDEE75540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366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F4C8A-B09C-A6FE-75CD-355EAD08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A75BC-D6C6-22E1-1127-E591AA340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4728F-84D8-8085-BB01-E8836AEDA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E5731-EEA9-7FD8-772E-97CDFE91D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53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5D187-93D6-260D-E0AD-35E302FC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0DBC8-9844-25D8-52A6-38E9D4337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98850-75EE-4A72-47F4-4EE127578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B0D92-E908-95FF-B567-A04724E91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630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CAF27-F115-92A9-88DD-4C0FC7773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29472-B508-5441-570A-7DD6C0244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D62F1-B40C-332E-56BA-AEE247A17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0F49-7AC3-58DB-6CF2-6683CB148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080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4458-E85E-BB3C-6052-182464AB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1A879-C409-D17C-2468-1C0CAE4FA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D04A9-9F9C-594D-FFF9-49EBF8DAB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45B68-2B7C-74B4-2582-056B24A3F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138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22A42-80C2-9593-CA42-D5673153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CBBA4-BDA1-A3CD-AA4D-86E0F198A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CBA08E-85B4-13B0-2BAC-FFF4F54D3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922FE-8C80-0097-1457-B13276C56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892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CCF3D-7E7C-0CFB-4048-9FA01F67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7C3B0-9E23-9391-69C7-7A3A3F7B7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093E6-8F21-1069-1D43-35140651B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CB8CA-3F4A-1BDD-1BF1-01ED97136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D4DE2-A3C7-4C90-9ABB-BFB135A6EF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14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23AC-7C72-AB9E-FE41-2DCFAE0A6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DAD01-CEFC-98F5-5346-8DAEA306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732FF-FDF6-FD68-BDD2-06D96D72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F5EB0-054D-D054-4824-1EB1DF5DA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BCD40-A9E6-E486-17D6-58DE8C58B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33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0680-0C17-A693-D40F-F5ACEC3B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7C67B-C3CC-4BB2-FECB-9E3022A49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2FD65-9A04-8051-4490-15CB7E284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2B0F7-C08B-5C49-B587-E7AEF8CA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ADD81-5AC9-ECF3-D24E-2F04A54F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2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3C36-72BC-0E8F-D6DD-847357AD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ADA92-B32B-323C-2F0D-7FB56A9F8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004D0-18D2-A621-40BF-B6B80726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C9AF5-0336-6F70-ECAA-E7260633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8B1F-5710-FB9C-9910-1F2C83AA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0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CD3BF-97C7-7E49-360E-5AD97935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61181-764E-7898-BA6F-CD4E1EA3A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4F682-71CD-F621-3174-8C842CE02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D9BC6-9FD2-7220-AFCA-EE7F94660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45B3A-E293-4661-F006-427FE1FA3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3645C-DD5F-2479-1AD0-5C0D2C425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1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0693D-CF95-70B0-D30C-56DB90CF3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410CA-45E0-9911-5A9D-4B40A819F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ABE08-B39D-4086-E0CE-A186DBF60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7EEB3F-C219-C339-078B-CBDB0BDC8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2F6AA-2C70-2F54-1C47-BED6E53455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45765-C9E9-8405-AB11-72A69556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36389-7279-FC76-D92A-D3B01A35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829A2-FA87-5B1A-C70C-E1F0757B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98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94F6-3C0B-6A64-273E-270A9AAEA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8AE103-76BF-595C-8C22-5ACD8B6D6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08D6E-42B7-A9D2-79AF-5C8C96C07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079E6-1B45-B78A-5206-4AA47891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3120E-D7D6-5FEA-AFA9-6E75B162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27CFC-D698-7F73-EE0A-60A10B0E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5479F-5ABF-3E44-3279-FB2FD823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5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4A5C-5EFA-5A30-E195-8BCB12525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CD2B9-44EF-115C-B182-CF8B45D02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03455-A050-DDC1-1E9E-E9FC22555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6BCAD-5D75-80F2-9ECE-382A020D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B7950-CC9D-7C78-DFBC-ECA6BBCC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D6745-C962-0C1C-848B-30D26AAC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0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8830-743D-EAF9-CEDB-8F2E3A79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33C9E0-7314-B626-EC3A-4C36AA9DB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81B55-FF56-4666-E9ED-C068CDF28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A2175-11B2-E03C-924C-8C1582AE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68915-2D91-F55B-69BE-FBB7CB543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EE7FF-5C14-8FE5-A315-2045536F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0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EDD40-59FA-3B69-8BB4-CBD029CD1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32140-3F70-3FDD-E8AD-A8A7DEBF2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FB6EA-97F8-F3A4-D99A-C49A61B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4D225-E9CE-7AFB-CADB-897DEC9A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9F5AC-BDF0-74B7-A140-7B8B3D73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2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32BA4F-4C9D-807C-7726-16D3199361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EECA5E-BDBD-2F1B-BBAB-056C3C4CA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12C34-9E46-A239-3177-CA7A7E28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7F926-8943-C752-90FE-641FA972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7A29D-B54E-D7A6-773E-59F0B120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7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ACF196-43FD-0EF5-530F-699F44288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FB172-1E70-A892-C825-A0AAE18F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D866F-47D9-C490-DFD8-899581A0E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E51F7-7587-4871-B772-7AF2AC6F763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8F34E-6D42-1BAC-2E34-B30787359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09520-D232-08F7-74C6-02245929B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D2EAF-F265-4DCA-8F24-42846E522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0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E4571C-9AF0-CC32-3FEF-EA21B12BF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65126"/>
            <a:ext cx="3979333" cy="388408"/>
          </a:xfrm>
        </p:spPr>
        <p:txBody>
          <a:bodyPr>
            <a:normAutofit fontScale="90000"/>
          </a:bodyPr>
          <a:lstStyle/>
          <a:p>
            <a:r>
              <a:rPr lang="en-US"/>
              <a:t>Basic Concept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5D94611-7DCF-DB35-3265-F484A0566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50826" y="1253331"/>
            <a:ext cx="7690347" cy="4351338"/>
          </a:xfrm>
        </p:spPr>
      </p:pic>
    </p:spTree>
    <p:extLst>
      <p:ext uri="{BB962C8B-B14F-4D97-AF65-F5344CB8AC3E}">
        <p14:creationId xmlns:p14="http://schemas.microsoft.com/office/powerpoint/2010/main" val="251914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7F041-CFA0-5644-0C86-6702EB34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4850B5-EDD3-7868-889C-74FB44E7C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65126"/>
            <a:ext cx="3979333" cy="388408"/>
          </a:xfrm>
        </p:spPr>
        <p:txBody>
          <a:bodyPr>
            <a:normAutofit fontScale="90000"/>
          </a:bodyPr>
          <a:lstStyle/>
          <a:p>
            <a:r>
              <a:rPr lang="en-US"/>
              <a:t>Workflow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70439B68-D969-02C9-2E46-A12631039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975" y="331009"/>
            <a:ext cx="6142560" cy="616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87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65581-7E44-F2E4-4CE6-239B659B4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8990C7-9F03-618E-A967-C5BB8BF7D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65126"/>
            <a:ext cx="3979333" cy="388408"/>
          </a:xfrm>
        </p:spPr>
        <p:txBody>
          <a:bodyPr>
            <a:normAutofit fontScale="90000"/>
          </a:bodyPr>
          <a:lstStyle/>
          <a:p>
            <a:r>
              <a:rPr lang="en-US"/>
              <a:t>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A7A735-3D22-A53B-F107-8C08AF543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83" y="973667"/>
            <a:ext cx="10165877" cy="566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0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DD6F0-145A-65BA-AD63-7821506D3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C773B5-DE32-5396-2E59-7AFA1918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1. Clone from origin/master (remote repo)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A9E5E53-1388-E021-D48F-EB09670465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80788" y="2023534"/>
            <a:ext cx="4973012" cy="3671282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E89175-F69D-ADC2-936F-81E16CC94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031" y="2023533"/>
            <a:ext cx="4923937" cy="36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36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A146-FDD0-4D82-937A-5D7B869B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5E9C26-34FB-42A2-851F-5C19675F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Checkout a new feature branch (2 options)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1B8730-2A6E-E11B-DA91-30353AE27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69" y="1614487"/>
            <a:ext cx="5798531" cy="46329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B5D4C0-79C2-61F1-0567-7A4A27CAB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2" y="1614487"/>
            <a:ext cx="5901267" cy="463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90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C5BE-976D-B560-5EBE-85E5A14C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C3FD12-357B-7C25-516D-78AC438F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Make change, add and commit in our local repo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BA31AF-E296-3610-9ED5-F3548D023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133" y="1828786"/>
            <a:ext cx="7648930" cy="431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0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6D95F-BE97-3BE9-8D4A-4E3A67B56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6C2A4A-7843-498A-5D9F-D17475C5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3.1. Add change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65BD5-1B98-896A-3CA7-3F601090E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066" y="1690688"/>
            <a:ext cx="8415867" cy="469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1689-A05C-B04D-CB28-A98B7FAF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888C73-5A59-FF45-FF98-467FC5D0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3.2. Commit change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6CE7B-E28E-B28A-D397-335B1CDE2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66" y="1767426"/>
            <a:ext cx="8229601" cy="458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3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F29E0-1303-21B5-7B6F-04D598F7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DEC86B-3BE3-1070-FE8F-29E662B4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3.3. Push the commit change to remote branch (feature branch)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9BC52-9A29-D3C3-9514-B3C2C55F1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1" y="2050863"/>
            <a:ext cx="5257800" cy="3604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3002D2-CDD2-B162-4B3F-2D23F73BA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556" y="3242733"/>
            <a:ext cx="4328044" cy="241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25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FBF8D-60EC-6617-548A-359468E2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338F25-562A-604F-9A1A-E8C97A62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3.4. Keep the workflow from 3.1 to 3.3 for any further change</a:t>
            </a:r>
          </a:p>
        </p:txBody>
      </p:sp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0AB22571-452A-4A42-0CCB-D9DBADA3D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50826" y="1854464"/>
            <a:ext cx="7690347" cy="4351338"/>
          </a:xfrm>
        </p:spPr>
      </p:pic>
    </p:spTree>
    <p:extLst>
      <p:ext uri="{BB962C8B-B14F-4D97-AF65-F5344CB8AC3E}">
        <p14:creationId xmlns:p14="http://schemas.microsoft.com/office/powerpoint/2010/main" val="3076452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3FD4A-10D0-C6FF-7E2D-59C9CBB4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E10A74-D2BF-0EAB-203D-DE230358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Create Pull Request after finishing developing feature branch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39D6B1-7CC2-FCE3-31BC-7F32458EB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0688"/>
            <a:ext cx="8932334" cy="49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26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204BE-823E-41FF-18EF-DDBB1B6B1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9301B6-2B37-6CEA-49BC-9F1018CA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4.1. Create a new Pull Request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52405D-51B5-CF28-0B51-E76F5ED06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199" y="1690688"/>
            <a:ext cx="8111067" cy="452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03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EDA3-39FD-8631-93B9-60815A59F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D89472-37BE-50BB-FFAA-FA3BBF7D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4.2. Open the PR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0B26D-A44F-6042-AC65-B8D149760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533" y="1690688"/>
            <a:ext cx="8737600" cy="487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C6EEB-792F-7F95-11D2-D9649A7A8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C2E08A-6E14-330F-3965-BAB30F08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4.2. Add Reviewer(s)/Approval(s)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2AA930-0E41-8A67-3286-3E58C04C0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54666"/>
            <a:ext cx="8686800" cy="45158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5AFA64-3370-059F-7356-76299EA59FA0}"/>
              </a:ext>
            </a:extLst>
          </p:cNvPr>
          <p:cNvSpPr/>
          <p:nvPr/>
        </p:nvSpPr>
        <p:spPr>
          <a:xfrm>
            <a:off x="2243667" y="5291667"/>
            <a:ext cx="5266266" cy="9228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Our origin/master currently is required 1 approval to be eligible for merging</a:t>
            </a:r>
          </a:p>
        </p:txBody>
      </p:sp>
    </p:spTree>
    <p:extLst>
      <p:ext uri="{BB962C8B-B14F-4D97-AF65-F5344CB8AC3E}">
        <p14:creationId xmlns:p14="http://schemas.microsoft.com/office/powerpoint/2010/main" val="4046593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B1462-E11B-ABD0-CEC3-115C5C6E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A2DBB1-47C5-FB8A-A71D-49BAFDABB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4.3. Leave Comment and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FF4F89-641B-EAC5-ACF4-DBC3E57B5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32" y="1872553"/>
            <a:ext cx="7281333" cy="405953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ABB9CD9-72B0-436A-A834-BEBDAEFEACEF}"/>
              </a:ext>
            </a:extLst>
          </p:cNvPr>
          <p:cNvSpPr/>
          <p:nvPr/>
        </p:nvSpPr>
        <p:spPr>
          <a:xfrm>
            <a:off x="8644465" y="1872553"/>
            <a:ext cx="2607735" cy="19753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Comments can be given by any of collaborators</a:t>
            </a:r>
          </a:p>
        </p:txBody>
      </p:sp>
    </p:spTree>
    <p:extLst>
      <p:ext uri="{BB962C8B-B14F-4D97-AF65-F5344CB8AC3E}">
        <p14:creationId xmlns:p14="http://schemas.microsoft.com/office/powerpoint/2010/main" val="3527882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8D31-284C-DB80-042F-ACF0246A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DC0BFB-87BF-A4A6-69A4-B50787BA6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4.4. After approving, a Merge Pull Request is available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A44247-EECF-9BF2-7A9D-DC327D077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204" y="1690688"/>
            <a:ext cx="8145463" cy="454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390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BD06-8355-9DEB-0A6D-33786FE0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8118E1-2D43-3B1A-A1CD-B89A886F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4.4. After approving, a Merge Pull Request is available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D3CCA1-FAE7-F4BC-B14A-FD2DF45BE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33" y="2006600"/>
            <a:ext cx="7121268" cy="397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576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FF84-C7D2-DAA1-5C96-EBF03AE62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EE4FA1-0596-E531-98A1-4E3B1306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4.4. After approving, a Merge Pull Request is available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A0A1D4-9F11-646F-91A1-6284D29D6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657" y="2108200"/>
            <a:ext cx="7326075" cy="408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12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042E1-4CDA-5437-AF6C-0C165EB1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9E3FBE-C608-9E12-0A40-8A8C5E85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4.5. Conflict – How to resolve?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4C211-B3AF-5BF5-D1F5-4D20FC42E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751617"/>
            <a:ext cx="8026400" cy="447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73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7B9ED-8EAC-805F-07FF-7B4772655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B7227B-DB0B-B210-8491-74B2F80C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65126"/>
            <a:ext cx="7179734" cy="600074"/>
          </a:xfrm>
        </p:spPr>
        <p:txBody>
          <a:bodyPr>
            <a:normAutofit fontScale="90000"/>
          </a:bodyPr>
          <a:lstStyle/>
          <a:p>
            <a:r>
              <a:rPr lang="en-US"/>
              <a:t>4.6. Resolve merge conflict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AA164A-FFAA-E9E9-9538-DC3255C8B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80" y="1219200"/>
            <a:ext cx="9238787" cy="519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04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2D6A-0789-2D68-1502-4A719DEC1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AD4827-2B61-5115-C672-F270BC12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65126"/>
            <a:ext cx="7179734" cy="600074"/>
          </a:xfrm>
        </p:spPr>
        <p:txBody>
          <a:bodyPr>
            <a:normAutofit fontScale="90000"/>
          </a:bodyPr>
          <a:lstStyle/>
          <a:p>
            <a:r>
              <a:rPr lang="en-US"/>
              <a:t>5. Cleanup before starting Again!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4AFAA-2D98-B29D-A74B-D07E2EF338C2}"/>
              </a:ext>
            </a:extLst>
          </p:cNvPr>
          <p:cNvSpPr txBox="1"/>
          <p:nvPr/>
        </p:nvSpPr>
        <p:spPr>
          <a:xfrm>
            <a:off x="533400" y="1530403"/>
            <a:ext cx="98382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Cleanup locally</a:t>
            </a:r>
          </a:p>
          <a:p>
            <a:r>
              <a:rPr lang="en-US" b="1"/>
              <a:t>&gt; git checkout master </a:t>
            </a:r>
            <a:r>
              <a:rPr lang="en-US"/>
              <a:t>: Switch back to the local master</a:t>
            </a:r>
          </a:p>
          <a:p>
            <a:r>
              <a:rPr lang="en-US" b="1"/>
              <a:t>&gt; git pull origin master : </a:t>
            </a:r>
            <a:r>
              <a:rPr lang="en-US"/>
              <a:t>Fetch and merge the remote master to our local master</a:t>
            </a:r>
          </a:p>
          <a:p>
            <a:r>
              <a:rPr lang="en-US" b="1"/>
              <a:t>&gt; git branch -d &lt;feature/name&gt; : </a:t>
            </a:r>
            <a:r>
              <a:rPr lang="en-US"/>
              <a:t>Delete the old local feature branch</a:t>
            </a:r>
          </a:p>
          <a:p>
            <a:r>
              <a:rPr lang="en-US" b="1"/>
              <a:t>&gt; git fetch –prune : </a:t>
            </a:r>
            <a:r>
              <a:rPr lang="en-US"/>
              <a:t>remove any local remote-tracking branches that no longer exist on the remote repository.</a:t>
            </a:r>
          </a:p>
        </p:txBody>
      </p:sp>
    </p:spTree>
    <p:extLst>
      <p:ext uri="{BB962C8B-B14F-4D97-AF65-F5344CB8AC3E}">
        <p14:creationId xmlns:p14="http://schemas.microsoft.com/office/powerpoint/2010/main" val="2350213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5F655A-BA58-DD8D-9B50-83ED66802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9334" y="266700"/>
            <a:ext cx="121920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063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273</Words>
  <Application>Microsoft Office PowerPoint</Application>
  <PresentationFormat>Widescreen</PresentationFormat>
  <Paragraphs>49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Basic Concept</vt:lpstr>
      <vt:lpstr>Workflow</vt:lpstr>
      <vt:lpstr>Workflow</vt:lpstr>
      <vt:lpstr>1. Clone from origin/master (remote repo)</vt:lpstr>
      <vt:lpstr>2. Checkout a new feature branch (2 options)</vt:lpstr>
      <vt:lpstr>3. Make change, add and commit in our local repo</vt:lpstr>
      <vt:lpstr>3.1. Add change</vt:lpstr>
      <vt:lpstr>3.2. Commit change</vt:lpstr>
      <vt:lpstr>3.3. Push the commit change to remote branch (feature branch)</vt:lpstr>
      <vt:lpstr>3.4. Keep the workflow from 3.1 to 3.3 for any further change</vt:lpstr>
      <vt:lpstr>4. Create Pull Request after finishing developing feature branch</vt:lpstr>
      <vt:lpstr>4.1. Create a new Pull Request</vt:lpstr>
      <vt:lpstr>4.2. Open the PR</vt:lpstr>
      <vt:lpstr>4.2. Add Reviewer(s)/Approval(s)</vt:lpstr>
      <vt:lpstr>4.3. Leave Comment and Review</vt:lpstr>
      <vt:lpstr>4.4. After approving, a Merge Pull Request is available</vt:lpstr>
      <vt:lpstr>4.4. After approving, a Merge Pull Request is available</vt:lpstr>
      <vt:lpstr>4.4. After approving, a Merge Pull Request is available</vt:lpstr>
      <vt:lpstr>4.5. Conflict – How to resolve?</vt:lpstr>
      <vt:lpstr>4.6. Resolve merge conflict</vt:lpstr>
      <vt:lpstr>5. Cleanup before starting Again!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 Dinh Nhat Tien (MS/EAA3-VM)</dc:creator>
  <cp:lastModifiedBy>Phan Dinh Nhat Tien (MS/EAA3-VM)</cp:lastModifiedBy>
  <cp:revision>51</cp:revision>
  <dcterms:created xsi:type="dcterms:W3CDTF">2025-12-03T03:58:54Z</dcterms:created>
  <dcterms:modified xsi:type="dcterms:W3CDTF">2025-12-03T08:37:14Z</dcterms:modified>
</cp:coreProperties>
</file>